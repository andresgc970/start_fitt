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4" r:id="rId9"/>
    <p:sldId id="265" r:id="rId10"/>
    <p:sldId id="267" r:id="rId11"/>
    <p:sldId id="268" r:id="rId12"/>
    <p:sldId id="269" r:id="rId13"/>
    <p:sldId id="261" r:id="rId14"/>
    <p:sldId id="262" r:id="rId15"/>
    <p:sldId id="272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25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A2A">
              <a:alpha val="80000"/>
            </a:srgbClr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Guía para Principiantes en Fitness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 de Software — IEEE 830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 Felipe Guavita Cardenas  |  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1115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&amp; Objetivo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9019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7066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3419856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35112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9806" y="27344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224528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4315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99806" y="3511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1268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10789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9806" y="431357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(MER &amp; Relacional)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1813125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1904565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13248" y="192285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Desarrollo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2617797"/>
            <a:ext cx="4114800" cy="6858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2709237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13248" y="2727525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109227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458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necesita StartFitt?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4173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guía clara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principiantes no saben por dónde empezar, generando desorientación y malas prácticas.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4173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temprano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orientación lleva al abandono prematuro del proceso fitness.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23360" cy="14173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monitoreo del progreso provoca estancamiento y desmotivación.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4173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no adaptados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entrenamientos genéricos no se ajustan a las necesidades individuales del usuario.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A3A2A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web que funcione como guía para usuarios principiantes en el fitness, generando rutinas y recomendaciones personalizadas de ejercicio y alimentación basadas en sus características físicas, objetivos y progreso.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estado físico mediante cálculo del IMC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al usuario definir su objetivo fitness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862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rutinas de ejercicio personalizadas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443484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89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Proporcionar recomendaciones básicas de alimentación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8803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sistema de seguimiento del progreso físico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42900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383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recomendaciones de forma progresiva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8862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rendimiento en ejercicios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443484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4389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guía clara y amigable para principiantes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StartFitt: Tu guía interactiva de fitness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Física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IMC y estima porcentaje de grasa corporal con imagen de referencia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0876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Alimenticio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848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recomendaciones de alimentación personalizadas según objetivo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0876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Personalizada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0848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rutinas de entrenamiento adaptadas al nivel y progreso del usuario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319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679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peso, grasa corporal y rendimiento en ejercicios continuamente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315468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2918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19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3319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8679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intensidad y pesos progresivamente según la evolución registrada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3154680"/>
            <a:ext cx="2743200" cy="164592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918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319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319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&amp; Consejos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8679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toda la evolución y recibe recomendaciones personalizadas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206240" cy="38862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4206240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Incluye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recomendaciones personalizadas de ejercicio y alimentación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31136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8541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análisis del progreso del usuario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843784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980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progresiva de planes de entrenamiento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456432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107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del IMC y estimación de grasa corporal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406908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consejos y seguimiento de historial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14800" cy="388620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05840"/>
            <a:ext cx="411480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698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Excluye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8032" y="161848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572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médicos o clínicos del usuario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28032" y="236829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32257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 asesoría profesional especializada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311810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0723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de deporte en casa (orientado a máquinas de gimnasio)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9224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365760"/>
          </a:xfrm>
          <a:prstGeom prst="rect">
            <a:avLst/>
          </a:prstGeom>
          <a:solidFill>
            <a:srgbClr val="162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4264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44475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444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365760"/>
          </a:xfrm>
          <a:prstGeom prst="rect">
            <a:avLst/>
          </a:prstGeom>
          <a:solidFill>
            <a:srgbClr val="1A2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84708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solidFill>
            <a:srgbClr val="162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311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2231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física (IMC)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249424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249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96896"/>
            <a:ext cx="8412480" cy="365760"/>
          </a:xfrm>
          <a:prstGeom prst="rect">
            <a:avLst/>
          </a:prstGeom>
          <a:solidFill>
            <a:srgbClr val="1A2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334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26334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plan de alimentación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517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999232"/>
            <a:ext cx="8412480" cy="365760"/>
          </a:xfrm>
          <a:prstGeom prst="rect">
            <a:avLst/>
          </a:prstGeom>
          <a:solidFill>
            <a:srgbClr val="162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358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035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rutina personalizada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305409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054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01568"/>
            <a:ext cx="8412480" cy="365760"/>
          </a:xfrm>
          <a:prstGeom prst="rect">
            <a:avLst/>
          </a:prstGeom>
          <a:solidFill>
            <a:srgbClr val="1A2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381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3438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progreso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345643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456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8412480" cy="365760"/>
          </a:xfrm>
          <a:prstGeom prst="rect">
            <a:avLst/>
          </a:prstGeom>
          <a:solidFill>
            <a:srgbClr val="162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40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3840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rutina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385876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2ECC71">
              <a:alpha val="4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858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1A2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428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17320" y="42428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historial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37960" y="4261104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39C12">
              <a:alpha val="4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4261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608576"/>
            <a:ext cx="8412480" cy="365760"/>
          </a:xfrm>
          <a:prstGeom prst="rect">
            <a:avLst/>
          </a:prstGeom>
          <a:solidFill>
            <a:srgbClr val="162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451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17320" y="4645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personalizados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37960" y="466344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F39C12">
              <a:alpha val="4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Uso (Usabilidad)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1709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sencilla y visual, navegación intuitiva con botones grandes y colores suaves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Velocidad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709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y generación de resultados en menos de 5 segundos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95728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87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Multiplataforma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0998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en dispositivos Android y versión web con igual rendimiento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95728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487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la Información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192" y="30998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almacenados de forma segura, cumpliendo normas de privacidad y acceso restringido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85616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877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" y="4169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" y="44897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disponible 24/7 con 95% de tiempo activo, salvo mantenimientos programados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785616"/>
            <a:ext cx="4160520" cy="1261872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785616"/>
            <a:ext cx="128016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877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4169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Visual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65192" y="44897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moderno con paleta de colores acorde al sector deportivo, íconos claros y tipografía elegante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3800" dirty="0"/>
          </a:p>
        </p:txBody>
      </p:sp>
      <p:pic>
        <p:nvPicPr>
          <p:cNvPr id="3" name="Image 0" descr="/home/claude/cas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4400"/>
            <a:ext cx="85039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del proceso de usuario en StartFitt</a:t>
            </a:r>
            <a:endParaRPr lang="en-US" sz="1500" dirty="0"/>
          </a:p>
        </p:txBody>
      </p:sp>
      <p:sp>
        <p:nvSpPr>
          <p:cNvPr id="5" name="Rectángulo 4"/>
          <p:cNvSpPr/>
          <p:nvPr/>
        </p:nvSpPr>
        <p:spPr>
          <a:xfrm>
            <a:off x="556727" y="1492739"/>
            <a:ext cx="825137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— El usuario se registra, inicia sesión y el sistema valida las credenciales. Si fallan, vuelve a intentarlo. </a:t>
            </a:r>
            <a:r>
              <a:rPr lang="es-E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pasan, avanza</a:t>
            </a:r>
            <a:r>
              <a:rPr lang="es-ES" sz="1500" dirty="0" smtClean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" sz="1500" dirty="0">
              <a:solidFill>
                <a:srgbClr val="8E9B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plan — El usuario ingresa su peso y altura, selecciona su porcentaje de grasa aproximado, el sistema calcula el IMC, y según el objetivo elegido genera el plan de alimentación, la rutina personalizada y los consejos</a:t>
            </a:r>
            <a:r>
              <a:rPr lang="es-ES" sz="1500" dirty="0" smtClean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" sz="1500" dirty="0">
              <a:solidFill>
                <a:srgbClr val="8E9B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adaptativo — El usuario registra su progreso periódicamente. Si muestra mejora, el sistema adapta la rutina (y el ciclo comienza de nuevo desde la rutina personalizada). Si no, mantiene la rutina actual. </a:t>
            </a:r>
            <a:r>
              <a:rPr lang="es-E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cada ciclo se guarda el historial</a:t>
            </a:r>
            <a:r>
              <a:rPr lang="es-ES" sz="1500" dirty="0" smtClean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" sz="1500" dirty="0">
              <a:solidFill>
                <a:srgbClr val="8E9B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(MER)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lógica de la base de datos</a:t>
            </a:r>
            <a:endParaRPr lang="en-US" sz="1500" dirty="0"/>
          </a:p>
        </p:txBody>
      </p:sp>
      <p:pic>
        <p:nvPicPr>
          <p:cNvPr id="4" name="Image 0" descr="/home/claude/m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0"/>
            <a:ext cx="8778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y relaciones de la base de datos MySQL</a:t>
            </a:r>
            <a:endParaRPr lang="en-US" sz="1500" dirty="0"/>
          </a:p>
        </p:txBody>
      </p:sp>
      <p:pic>
        <p:nvPicPr>
          <p:cNvPr id="4" name="Image 0" descr="/home/claude/relacio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0"/>
            <a:ext cx="877824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 — separación de responsabilidades</a:t>
            </a:r>
            <a:endParaRPr lang="en-US" sz="1500" dirty="0"/>
          </a:p>
        </p:txBody>
      </p:sp>
      <p:pic>
        <p:nvPicPr>
          <p:cNvPr id="4" name="Image 0" descr="/home/claude/arquitectur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05840"/>
            <a:ext cx="8412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40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11680" cy="38404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201168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09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03704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82880" cy="1828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670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2011680" cy="38404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05840"/>
            <a:ext cx="20116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51760" y="1673352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609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2203704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1005840"/>
            <a:ext cx="2011680" cy="38404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1673352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1609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203704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2734056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2670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26440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379476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37307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4325112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42611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66560" y="1005840"/>
            <a:ext cx="2011680" cy="38404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1005840"/>
            <a:ext cx="2011680" cy="502920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IA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949440" y="1673352"/>
            <a:ext cx="182880" cy="1828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1609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 Rutinas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949440" y="2203704"/>
            <a:ext cx="182880" cy="1828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05472" y="21396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 Progreso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9440" y="2734056"/>
            <a:ext cx="182880" cy="1828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2670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Personalizados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49440" y="3264408"/>
            <a:ext cx="182880" cy="1828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Historial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520440" y="57632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037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7086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— Desarrollo iterativo e incremental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24688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3258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tareas por iteración con entregables definidos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5000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2011680" cy="24688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incremental de módulos del sistema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9884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2011680" cy="24688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27448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funcionalidades con retroalimentación continua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47688" y="1691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66560" y="1188720"/>
            <a:ext cx="2011680" cy="2468880"/>
          </a:xfrm>
          <a:prstGeom prst="rect">
            <a:avLst/>
          </a:prstGeom>
          <a:solidFill>
            <a:srgbClr val="1A2A35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3258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353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76288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 proceso y adaptación de cambios en el desarrollo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1A3A2A"/>
          </a:solidFill>
          <a:ln w="1524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permite organizar el trabajo en etapas y adaptarse a cambios durante el desarrollo, garantizando entregas de valor continuas y un producto final alineado con los requerimientos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789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StartFitt aborda una necesidad real: la falta de orientación en principiantes de fitness.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56232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por capas garantiza escalabilidad, mantenibilidad y separación de responsabilidades.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615184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334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59689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IA adaptativo diferencia el sistema al personalizar y ajustar rutinas progresivamente.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924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355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Scrum permite entregas incrementales y adaptación continua al proyecto.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133088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51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cumple con los requerimientos funcionales y no funcionales definidos bajo IEEE 830.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896</Words>
  <Application>Microsoft Office PowerPoint</Application>
  <PresentationFormat>Presentación en pantalla (16:9)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StartFitt - Sistema Web de Fitness</dc:title>
  <dc:subject>PptxGenJS Presentation</dc:subject>
  <dc:creator>PptxGenJS</dc:creator>
  <cp:lastModifiedBy>Andres Felipe</cp:lastModifiedBy>
  <cp:revision>5</cp:revision>
  <dcterms:created xsi:type="dcterms:W3CDTF">2026-05-12T06:27:16Z</dcterms:created>
  <dcterms:modified xsi:type="dcterms:W3CDTF">2026-05-12T07:06:19Z</dcterms:modified>
</cp:coreProperties>
</file>